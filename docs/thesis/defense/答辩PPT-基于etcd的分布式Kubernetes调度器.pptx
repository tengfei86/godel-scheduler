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仿真环境的测量边界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KWOK 用模拟 kubelet 让 Pod 直接进入 Running，省掉镜像拉取、容器启动与真实 IO：好处是测的是调度器本身、可复现；代价是绝对数值不能外推到生产，只能做相对对比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