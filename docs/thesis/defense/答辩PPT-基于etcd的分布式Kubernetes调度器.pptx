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scheduler-name，失败进不可调度队列。注意它不选节点，只决定 Pod 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进程里。这一刀去掉三段开销：事件传递、跨进程调用、序列化。我把它称为第一性来源。Binder 进进程之后，绑定与决策共享同一份缓存、同一个调度循环。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的校验才有同一个真相可依。零拷贝的收益，会在后面的扩展性实验里直接看到。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兜底。这也是后面所有实验断言的设计依据：断言查的就是未绑定与重复绑定两项。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这一页是方法学核心。吞吐时序是爬升、平台、归零三段，直接取平均会被尾段零值稀释，稀释程度还取决于跑多久，跨调度器就不可比，所以主口径是总工作量除以总完成时间。时序类先对三条 run 逐点取中位数，再剔首尾各两点。c、d、e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Gödel。Gang 是反的，放到局限里展开。延迟单位是秒，纵轴用对数，便于跨量级比较。改善的下界 0.3% 出现在已经接近饱和的场景。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的串行绑定吸收掉了。延迟数量级下降说明瓶颈不在决策侧，而在绑定这一环的串行化。峰值吞吐两家都涨，但只有 ENO 把增量转化成了有效吞吐。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吞吐时序会“归零”，只有“总工作量 ÷ 总完成时间”跨场景可比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3517391" cy="13258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50292" cy="132588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11095"/>
            <a:ext cx="324307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783080"/>
            <a:ext cx="3517391" cy="13258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783080"/>
            <a:ext cx="50292" cy="132588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1911095"/>
            <a:ext cx="324307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783080"/>
            <a:ext cx="3517391" cy="13258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783080"/>
            <a:ext cx="50292" cy="132588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1911095"/>
            <a:ext cx="324307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364991"/>
            <a:ext cx="3517391" cy="13258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364991"/>
            <a:ext cx="50292" cy="132588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493008"/>
            <a:ext cx="324307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364991"/>
            <a:ext cx="3517391" cy="13258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364991"/>
            <a:ext cx="50292" cy="132588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493008"/>
            <a:ext cx="324307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364991"/>
            <a:ext cx="3517391" cy="13258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364991"/>
            <a:ext cx="50292" cy="132588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493008"/>
            <a:ext cx="324307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846320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