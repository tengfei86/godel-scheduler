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19072"/>
            <a:ext cx="10058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