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Rectangle 9014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Rectangle 9011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5" name="Picture 9004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5" name="Picture 9004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5" name="Picture 9004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6" name="Picture 9005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5" name="Picture 9004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10" name="Oval 9009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4" name="Oval 9013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8" name="Oval 9017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6" name="Picture 9005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5" name="Picture 9004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Rectangle 9005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5" name="Picture 9004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5" name="Picture 9004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5" name="Picture 9004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7" name="Table 9006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5" name="Picture 9004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5" name="Picture 9004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6" name="Picture 9005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5" name="Picture 9004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6" name="Picture 9005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