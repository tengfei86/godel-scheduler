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五组横向对比，结论是三档。第一档是 ENO 与 Gödel，单位都是几百 pods/s。第二档是 kube-scheduler。第三档是 Volcano 与 Koordinator，只有约 48 和约 24 pods/s，而且几乎不随规模变化——这是它们批处理与 QoS 感知调度的固有开销。主评估四场景里，ENO 比 kube-scheduler 高 1.8% 到 22.5%，比 Volcano 约 6 倍、比 Koordinator 12 倍以上。唯一的例外是 s1/w1 的低负载，比 kube-scheduler 低 7.2%，因为那个场景没饱和，完成时间由注入速率决定。柱状图按场景排序，第三档几乎是一条水平线，说明它们的瓶颈不在调度吞吐这一维。从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秒。看 kill 之后 90 秒的窗口：被杀实例只剩 68 次绑定，占该窗口 8407 次的 0.81%——它的份额被瞬间清零，而不是有 0.81% 的 Pod 丢了。同一窗口两个存活实例照常完成绑定，pending 峰值 353，之后 60 秒回落到 2；累计绑定 49607/50000，断言仍全过。代价是 784 秒、比基线多 104 秒。注意它比 180 秒停机短：另外三分之二的实例一直在工作，重排被并行吸收了。这是工作量重排的代价，不是数据损坏。对比基线是同一场景下的无故障运行，680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这一页的局限按论文第 7 章讲三条。第一，Gang 场景的尾延迟反向：w6 下 ENO 单 Pod P99 高于 Gödel，我们的解释是同组预留等待、绑定调用与后续决策共用同一个进程和队列，但还没有用独立计时实验把这两段耗时分离开，所以如实列为未证实的归因。第二，KWOK 仿真：去掉了 kubelet、运行时、真实网络与磁盘 IO，绝对数值不能外推到生产，只能用于跨调度器的相对比较。第三，资源开销：公平策略是每个 Deployment 同规格，所以没有量化 ENO 移除整个 Binder Deployment 在集群总资源上的收益。对应的三个延伸方向是生产灰度、多 Dispatcher 分区协同、以及在 ENO 上叠加具体调度策略。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4486656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4852416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8260079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8625839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713232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992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Oval 9015"/>
          <p:cNvSpPr/>
          <p:nvPr/>
        </p:nvSpPr>
        <p:spPr>
          <a:xfrm>
            <a:off x="4486656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4852416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Oval 9018"/>
          <p:cNvSpPr/>
          <p:nvPr/>
        </p:nvSpPr>
        <p:spPr>
          <a:xfrm>
            <a:off x="8260079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8625839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graphicFrame>
        <p:nvGraphicFramePr>
          <p:cNvPr id="9003" name="Table 9002"/>
          <p:cNvGraphicFramePr>
            <a:graphicFrameLocks noGrp="1"/>
          </p:cNvGraphicFramePr>
          <p:nvPr/>
        </p:nvGraphicFramePr>
        <p:xfrm>
          <a:off x="566928" y="1207008"/>
          <a:ext cx="1106424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2377440"/>
                <a:gridCol w="2377440"/>
              </a:tblGrid>
              <a:tr h="603504">
                <a:tc rowSpan="2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603504">
                <a:tc vMerge="1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w3 稳态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−15.2%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−33.4%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−49.7%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+2.8%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−18.0%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−0.3%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4" name="TextBox 9003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300 次拦截全部转为回退：不发 Bind，Pod 进 Dispatcher 回退队列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回退后由新归属实例重新调度，15 s 内落到合法节点；累计 50000/50000 绑定成功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代价：总耗时 683 s，对基线 680 s 多 3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kill 后 90 s 窗口内，被杀实例只剩 68 次绑定，占该窗口 8407 次的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同一窗口共完成 8407 次绑定；pending 峰值 353，60 s 内回落到 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整场耗时 784 s，比无故障基线 680 s 多 104 s（+15.3%）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局限与展望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三条局限有明确边界，三方向是本工作的自然延伸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Gang 尾延迟未分离归因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w6 场景 ENO 单 Pod P99 高于 Gödel，归因是同组预留等待与后续决策共用进程与队列，尚未用独立计时实验把两段耗时分离开量化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仿真环境的测量边界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KWOK 用模拟 kubelet 让 Pod 直接进入 Running，省掉镜像拉取、容器启动与真实 IO：好处是测的是调度器本身、可复现；代价是绝对数值不能外推到生产，只能做相对对比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资源开销未量化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公平策略是各组 Deployment 同规格（2C/4G），因此没有量化 ENO 移除 Binder Deployment 后集群总资源开销的收益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566928" y="42245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展望：生产环境灰度验证 · 多 Dispatcher 分区协同 · 在 ENO 上叠加资源感知与拓扑亲和策略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