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bg>
      <p:bgPr>
        <a:blipFill rotWithShape="0">
          <a:blip r:embed="rId2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 userDrawn="1"/>
        </p:nvPicPr>
        <p:blipFill>
          <a:blip r:embed="rId3" cstate="print"/>
          <a:srcRect t="14301" b="13251"/>
          <a:stretch>
            <a:fillRect/>
          </a:stretch>
        </p:blipFill>
        <p:spPr>
          <a:xfrm>
            <a:off x="0" y="0"/>
            <a:ext cx="12196763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0" y="0"/>
            <a:ext cx="12196763" cy="6858000"/>
          </a:xfrm>
          <a:prstGeom prst="rect">
            <a:avLst/>
          </a:prstGeom>
          <a:solidFill>
            <a:srgbClr val="003366">
              <a:alpha val="85881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5522913" y="0"/>
            <a:ext cx="667385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4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3" cstate="print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矩形 3"/>
          <p:cNvSpPr>
            <a:spLocks noChangeArrowheads="1"/>
          </p:cNvSpPr>
          <p:nvPr/>
        </p:nvSpPr>
        <p:spPr bwMode="auto">
          <a:xfrm>
            <a:off x="11582400" y="6381750"/>
            <a:ext cx="492125" cy="396875"/>
          </a:xfrm>
          <a:prstGeom prst="rect">
            <a:avLst/>
          </a:prstGeom>
          <a:solidFill>
            <a:srgbClr val="0F3D68"/>
          </a:solidFill>
          <a:ln>
            <a:noFill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TextBox 4"/>
          <p:cNvSpPr txBox="1"/>
          <p:nvPr/>
        </p:nvSpPr>
        <p:spPr>
          <a:xfrm>
            <a:off x="11609388" y="6410325"/>
            <a:ext cx="436562" cy="339725"/>
          </a:xfrm>
          <a:prstGeom prst="rect">
            <a:avLst/>
          </a:prstGeom>
          <a:noFill/>
          <a:ln w="9525">
            <a:noFill/>
          </a:ln>
        </p:spPr>
        <p:txBody>
          <a:bodyPr wrap="none" anchor="t">
            <a:spAutoFit/>
          </a:bodyPr>
          <a:lstStyle/>
          <a:p>
            <a:pPr lvl="0" indent="0" algn="ctr"/>
            <a:fld id="{9A0DB2DC-4C9A-4742-B13C-FB6460FD3503}" type="slidenum">
              <a:rPr lang="zh-CN" altLang="en-US" sz="1600" dirty="0">
                <a:solidFill>
                  <a:schemeClr val="accent2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pPr lvl="0" indent="0" algn="ctr"/>
              <a:t>‹#›</a:t>
            </a:fld>
            <a:endParaRPr lang="zh-CN" altLang="en-US" sz="1600" dirty="0">
              <a:solidFill>
                <a:schemeClr val="accent2"/>
              </a:solidFill>
              <a:latin typeface="Arial" panose="020B0604020202020204" pitchFamily="34" charset="0"/>
              <a:ea typeface="宋体" panose="02010600030101010101" pitchFamily="2" charset="-122"/>
            </a:endParaRPr>
          </a:p>
        </p:txBody>
      </p:sp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  <p:sp>
        <p:nvSpPr>
          <p:cNvPr id="2054" name="矩形 1"/>
          <p:cNvSpPr>
            <a:spLocks noChangeArrowheads="1"/>
          </p:cNvSpPr>
          <p:nvPr/>
        </p:nvSpPr>
        <p:spPr bwMode="auto">
          <a:xfrm>
            <a:off x="0" y="6713538"/>
            <a:ext cx="12196763" cy="144463"/>
          </a:xfrm>
          <a:prstGeom prst="rect">
            <a:avLst/>
          </a:prstGeom>
          <a:solidFill>
            <a:srgbClr val="0F3D68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7F7F7F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7F7F7F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7F7F7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7F7F7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7F7F7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7F7F7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01" name="TextBox 9000"/>
          <p:cNvSpPr txBox="1"/>
          <p:nvPr/>
        </p:nvSpPr>
        <p:spPr>
          <a:xfrm>
            <a:off x="1014984" y="155448"/>
            <a:ext cx="1042416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2" name="Rectangle 9001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3" name="TextBox 9002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F7F7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