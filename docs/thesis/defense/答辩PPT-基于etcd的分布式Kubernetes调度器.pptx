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延迟都降约 99%，但吞吐转化率差 12 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/>
                <a:gridCol w="4160520"/>
                <a:gridCol w="448056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有效吞吐（ENO 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尾延迟变化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→ s4（w3）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+5.6%（296.7 vs 280.9）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P99 −49.7% / −14.8%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E2E −53.8% / 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E2E −67.6% / 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718304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