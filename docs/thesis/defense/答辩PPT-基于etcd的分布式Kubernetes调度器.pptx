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Scheduler，用四层机制守住“至多绑定一次”。十八分钟，只讲问题、方法、证据。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单点。这三条叠在一起，单实例架构就很难再往上走。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走插件增强。共同缺口在落盘侧。决策侧已相对充分，落盘侧的工程问题还没被系统回答。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原子语义上。两条创新指向同一个目标。不改 API 的前提下，让分布式调度既跑得快、稳定性更高。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apiserver。三层职责清晰，故障面也就容易划清，后面的四层容错正是按这三层分工展开的。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Dispatcher。Scheduler 决定何时放弃本地重试，Dispatcher 决定何时重新分发，这是双向协作。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校验归属注解，把漂移拦在门外；Bind 中 Layer 1 用同步退避处理暂态错误；失败后 Layer 2 异步回收孤儿状态；重试耗尽 Layer 3 由 Dispatcher 清注解、触发全局重分发。每层依赖一种 etcd 语义。四层之间是衔接关系，不是四个独立补丁。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规格相同，客户端 QPS 与 Burst 都是 10000；每场景三次取中位数，共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