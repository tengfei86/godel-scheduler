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汇报分六段，二十分钟左右，重点在第五、六段的实验。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五组横向对比，结论是三档。第一档是 ENO 与 Gödel，单位都是几百 pods/s。第二档是 kube-scheduler。第三档是 Volcano 与 Koordinator，只有约 48 和约 24 pods/s，而且几乎不随规模变化——这是它们批处理与 QoS 感知调度的固有开销。主评估四场景里，ENO 比 kube-scheduler 高 1.8% 到 22.5%，比 Volcano 约 6 倍、比 Koordinator 12 倍以上。唯一的例外是 s1/w1 的低负载，比 kube-scheduler 低 7.2%，因为那个场景没饱和，完成时间由注入速率决定。柱状图按场景排序，第三档几乎是一条水平线，说明它们的瓶颈不在调度吞吐这一维。从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秒。看 kill 之后 90 秒的窗口：被杀实例只剩 68 次绑定，占该窗口 8407 次的 0.81%——它的份额被瞬间清零，而不是有 0.81% 的 Pod 丢了。同一窗口两个存活实例照常完成绑定，pending 峰值 353，之后 60 秒回落到 2；累计绑定 49607/50000，断言仍全过。代价是 784 秒、比基线多 104 秒。注意它比 180 秒停机短：另外三分之二的实例一直在工作，重排被并行吸收了。这是工作量重排的代价，不是数据损坏。对比基线是同一场景下的无故障运行，680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这一页的局限按论文第 7 章讲三条。第一，Gang 场景的尾延迟反向：w6 下 ENO 单 Pod P99 高于 Gödel，我们的解释是同组预留等待、绑定调用与后续决策共用同一个进程和队列，但还没有用独立计时实验把这两段耗时分离开，所以如实列为未证实的归因。第二，KWOK 仿真：去掉了 kubelet、运行时、真实网络与磁盘 IO，绝对数值不能外推到生产，只能用于跨调度器的相对比较。第三，资源开销：公平策略是每个 Deployment 同规格，所以没有量化 ENO 移除整个 Binder Deployment 在集群总资源上的收益。对应的三个延伸方向是生产灰度、多 Dispatcher 分区协同、以及在 ENO 上叠加具体调度策略。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答辩人：高铜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指导教师：兰雨晴 教授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0B2A4A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61872" y="1371600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Arial"/>
                <a:ea typeface="微软雅黑"/>
              </a:rPr>
              <a:t>研究背景与现状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1426464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66474"/>
                </a:solidFill>
                <a:latin typeface="Arial"/>
                <a:ea typeface="微软雅黑"/>
              </a:rPr>
              <a:t>万节点规模下的三个瓶颈、两条技术路线与本文的两个问题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85248" y="1399032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1F5C99"/>
                </a:solidFill>
                <a:latin typeface="Arial"/>
                <a:ea typeface="微软雅黑"/>
              </a:rPr>
              <a:t>P3–P5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066543"/>
            <a:ext cx="10497312" cy="7315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203703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0B2A4A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2157984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Arial"/>
                <a:ea typeface="微软雅黑"/>
              </a:rPr>
              <a:t>架构总览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2212848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66474"/>
                </a:solidFill>
                <a:latin typeface="Arial"/>
                <a:ea typeface="微软雅黑"/>
              </a:rPr>
              <a:t>Dispatcher / Scheduler / Binder 三层职责与 Pod 流转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85248" y="2185415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1F5C99"/>
                </a:solidFill>
                <a:latin typeface="Arial"/>
                <a:ea typeface="微软雅黑"/>
              </a:rPr>
              <a:t>P6–P8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2852928"/>
            <a:ext cx="10497312" cy="7315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990087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0B2A4A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2944368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Arial"/>
                <a:ea typeface="微软雅黑"/>
              </a:rPr>
              <a:t>方案与证明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2999232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66474"/>
                </a:solidFill>
                <a:latin typeface="Arial"/>
                <a:ea typeface="微软雅黑"/>
              </a:rPr>
              <a:t>把 Binder 合并进 Scheduler、缓存零拷贝共享；四层容错守住至多绑定一次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85248" y="2971799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1F5C99"/>
                </a:solidFill>
                <a:latin typeface="Arial"/>
                <a:ea typeface="微软雅黑"/>
              </a:rPr>
              <a:t>P9–P12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639311"/>
            <a:ext cx="10497312" cy="7315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3776472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0B2A4A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61872" y="3730752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Arial"/>
                <a:ea typeface="微软雅黑"/>
              </a:rPr>
              <a:t>实验设计与正确性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785615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66474"/>
                </a:solidFill>
                <a:latin typeface="Arial"/>
                <a:ea typeface="微软雅黑"/>
              </a:rPr>
              <a:t>16 场景 144 次 run 的编码、六项指标口径与不变量断言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85248" y="3758184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1F5C99"/>
                </a:solidFill>
                <a:latin typeface="Arial"/>
                <a:ea typeface="微软雅黑"/>
              </a:rPr>
              <a:t>P13–P15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4425696"/>
            <a:ext cx="10497312" cy="7315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562855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0B2A4A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61872" y="4517136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Arial"/>
                <a:ea typeface="微软雅黑"/>
              </a:rPr>
              <a:t>性能结果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4571999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66474"/>
                </a:solidFill>
                <a:latin typeface="Arial"/>
                <a:ea typeface="微软雅黑"/>
              </a:rPr>
              <a:t>五组基线、主场景形态、逐场景吞吐与尾延迟、实例与规模扩展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85248" y="4544568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1F5C99"/>
                </a:solidFill>
                <a:latin typeface="Arial"/>
                <a:ea typeface="微软雅黑"/>
              </a:rPr>
              <a:t>P16–P21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5212079"/>
            <a:ext cx="10497312" cy="7315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5349240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0B2A4A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61872" y="5303520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Arial"/>
                <a:ea typeface="微软雅黑"/>
              </a:rPr>
              <a:t>故障注入与局限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5358383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66474"/>
                </a:solidFill>
                <a:latin typeface="Arial"/>
                <a:ea typeface="微软雅黑"/>
              </a:rPr>
              <a:t>Layer 0 / Layer 3 两场注入，以及三条局限与展望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85248" y="5330952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1F5C99"/>
                </a:solidFill>
                <a:latin typeface="Arial"/>
                <a:ea typeface="微软雅黑"/>
              </a:rPr>
              <a:t>P22–P24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5998464"/>
            <a:ext cx="10497312" cy="7315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333333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27064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1656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4" name="Picture 3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4" name="Picture 3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4" name="Picture 3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4" name="Picture 3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0648" y="1874519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62072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70648" y="2862072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49624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0648" y="3849624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37176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0648" y="4837176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0351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4943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13775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7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0351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4943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13775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8367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15 个场景：11 好、1 持平（s2/w2）、3 个 Gang 反向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实例扩展对比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实例 ×3：ENO 吞吐 ×1.18，Gödel 仅 ×1.01；P99 都降约 99%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ENO：inst1 → 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Gödel：inst1 → 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 pods/s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349.7（×1.18）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287.4（×1.01）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 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0.13（−99.2%）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0.15（−99.5%）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同样的实例增量：ENO 多 52.1 pods/s，Gödel 只多 4.1 pods/s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07008"/>
          <a:ext cx="1106424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011680"/>
                <a:gridCol w="2011680"/>
                <a:gridCol w="2377440"/>
                <a:gridCol w="2377440"/>
              </a:tblGrid>
              <a:tr h="603504">
                <a:tc rowSpan="2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吞吐提升（vs Gödel）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降幅（vs Gödel）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603504">
                <a:tc vMerge="1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w3 稳态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+5.6%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−15.2%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−33.4%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+16.0%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−49.7%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+2.8%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−18.0%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−0.3%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−3.9%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300 次拦截全部转为回退：不发 Bind，Pod 进 Dispatcher 回退队列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回退后由新归属实例重新调度，15 s 内落到合法节点；累计 50000/50000 绑定成功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代价：总耗时 683 s，对基线 680 s 多 3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kill 后 90 s 窗口内，被杀实例只剩 68 次绑定，占该窗口 8407 次的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同一窗口共完成 8407 次绑定；pending 峰值 353，60 s 内回落到 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整场耗时 784 s，比无故障基线 680 s 多 104 s（+15.3%）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局限与展望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三条局限有明确边界，三方向是本工作的自然延伸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47088"/>
            <a:ext cx="3517391" cy="2084831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47088"/>
            <a:ext cx="50292" cy="2084831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75104"/>
            <a:ext cx="3243072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尾延迟未分离归因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w6 场景 ENO 单 Pod P99 高于 Gödel，归因是同组预留等待与后续决策共用进程与队列，尚未用独立计时实验把两段耗时分离开量化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47088"/>
            <a:ext cx="3517391" cy="2084831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47088"/>
            <a:ext cx="50292" cy="2084831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1975104"/>
            <a:ext cx="3243072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仿真环境的测量边界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KWOK 用模拟 kubelet 让 Pod 直接进入 Running，省掉镜像拉取、容器启动与真实 IO：好处是测的是调度器本身、可复现；代价是绝对数值不能外推到生产，只能做相对对比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47088"/>
            <a:ext cx="3517391" cy="2084831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47088"/>
            <a:ext cx="50292" cy="2084831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1975104"/>
            <a:ext cx="3243072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资源开销未量化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公平策略是各组 Deployment 同规格（2C/4G），因此没有量化 ENO 移除 Binder Deployment 后集群总资源开销的收益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42245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展望：生产环境灰度验证 · 多 Dispatcher 分区协同 · 在 ENO 上叠加资源感知与拓扑亲和策略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66474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答辩人：高铜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指导教师：兰雨晴 教授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