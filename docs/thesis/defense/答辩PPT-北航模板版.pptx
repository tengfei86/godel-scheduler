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84248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84248"/>
            <a:ext cx="2877312" cy="18836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