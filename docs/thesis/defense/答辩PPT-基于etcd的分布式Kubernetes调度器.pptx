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 / −0.3%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 / −3.9%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