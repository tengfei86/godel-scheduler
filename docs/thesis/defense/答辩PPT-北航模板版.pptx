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技术路线：并发做在分区上，一致性做在 etcd 上。Dispatcher 统一分发，Scheduler 在分区内并行决策，落盘走 dispatching、assuming、binding 三步事务。一致性不靠加锁，靠 etcd 三种原子语义：resourceVersion 乐观并发、Watch 一致性视图、Bind 子资源原子写。这三步事务，就是后面四层容错的落点。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是实例数，后面场景名都由这三段拼成。实验设计说明三点公平性。第一，KWOK 仿真，kind 集群内运行，Kubernetes 版本与对照组一致。第二，五个调度器 Pod 规格相同，客户端 QPS 与 Burst 都是 10000，避免把限流误读成能力差异。第三，每场景三次取中位数，共 144 次 run。所以主评估用 s2/w2、s2/w3、s3/w2、s3/w3 四个场景，扩展场景另算。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9004" name="Picture 9003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9004" name="Picture 9003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9004" name="Picture 9003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9004" name="Picture 9003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920240"/>
            <a:ext cx="25603" cy="396849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94560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2029968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938528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2039112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威胁：分区归属漂移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172968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08376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916936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3017520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威胁：apiserver 暂态错误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15137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3986783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895344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95928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威胁：孤儿 Assumed 状态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1297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4965192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873752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4974336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威胁：实例失活、重试耗尽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4" name="Picture 9003" descr="fig6-throughput-s2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