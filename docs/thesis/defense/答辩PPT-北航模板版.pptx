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汇报分五段，二十分钟左右，重点在第四段的实验数据。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研究背景与国内外研究现状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8" name="Rectangle 9007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1" name="Rectangle 9010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