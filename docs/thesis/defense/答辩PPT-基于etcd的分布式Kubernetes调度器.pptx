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这一页是方法学核心。吞吐时序是爬升、平台、归零三段，直接取平均会被尾段零值稀释，稀释程度还取决于跑多久，跨调度器就不可比，所以主口径是总工作量除以总完成时间。时序类先对三条 run 逐点取中位数，再剔首尾各两点。c、d、e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