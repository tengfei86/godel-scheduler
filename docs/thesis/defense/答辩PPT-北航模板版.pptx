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14984" y="1719072"/>
            <a:ext cx="10058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566928" y="2834640"/>
            <a:ext cx="3517391" cy="13533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713232" y="297180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992" y="2971800"/>
            <a:ext cx="287731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40351" y="2834640"/>
            <a:ext cx="3517391" cy="13533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4486656" y="297180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852416" y="2971800"/>
            <a:ext cx="287731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13775" y="2834640"/>
            <a:ext cx="3517391" cy="13533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8260079" y="297180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8625839" y="2971800"/>
            <a:ext cx="287731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566928" y="461772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Rectangle 9015"/>
          <p:cNvSpPr/>
          <p:nvPr/>
        </p:nvSpPr>
        <p:spPr>
          <a:xfrm>
            <a:off x="566928" y="461772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786384" y="470915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分布式改造是必然选择；但多实例并发又把“任一 Pod 至多绑定一次”推到设计前台。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Rectangle 9011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5" name="Picture 9004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5" name="Picture 9004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5" name="Picture 9004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6" name="Picture 9005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5" name="Picture 9004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10" name="Oval 9009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4" name="Oval 9013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8" name="Oval 9017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6" name="Picture 9005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5" name="Picture 9004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Rectangle 9005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5" name="Picture 9004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5" name="Picture 9004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5" name="Picture 9004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7" name="Table 9006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5" name="Picture 9004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5" name="Picture 9004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6" name="Picture 9005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5" name="Picture 9004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6" name="Picture 9005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