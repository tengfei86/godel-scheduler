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  <p:sldId id="288" r:id="rId40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万节点规模下，吞吐上限与单点风险同时暴露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业务要求秒级承接海量 Pod，又不能因单点中断；单实例架构在两头受制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1874519"/>
            <a:ext cx="3517391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生产集群已进入万节点级，规模仍在增长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1874519"/>
            <a:ext cx="3517391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吞吐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业务要求秒级承接海量 Pod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1874519"/>
            <a:ext cx="3517391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可用性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长期运行不能因单点失效中断服务</a:t>
            </a:r>
          </a:p>
        </p:txBody>
      </p:sp>
      <p:sp>
        <p:nvSpPr>
          <p:cNvPr id="9014" name="Rounded Rectangle 9013"/>
          <p:cNvSpPr/>
          <p:nvPr/>
        </p:nvSpPr>
        <p:spPr>
          <a:xfrm>
            <a:off x="566928" y="36576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Rectangle 9014"/>
          <p:cNvSpPr/>
          <p:nvPr/>
        </p:nvSpPr>
        <p:spPr>
          <a:xfrm>
            <a:off x="566928" y="36576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786384" y="3749039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单实例架构难以同时满足高吞吐与高可用，分布式改造成为必然；但改造会带来新的一致性难题。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2011679"/>
            <a:ext cx="4764024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6373368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6739128" y="2011679"/>
            <a:ext cx="4764024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Rectangle 9011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9005" name="Picture 9004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9005" name="Picture 9004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9005" name="Picture 9004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9005" name="Picture 9004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5" name="Picture 9004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6" name="Picture 9005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5" name="Picture 9004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5" name="Rectangle 9004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TextBox 9006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10" name="Oval 9009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4" name="Oval 9013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TextBox 9016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8" name="Oval 9017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TextBox 9018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20" name="Rounded Rectangle 9019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1" name="TextBox 9020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6" name="Picture 9005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5" name="Picture 9004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4" name="Rounded Rectangle 9013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TextBox 9016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TextBox 9018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Rectangle 9005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TextBox 9006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Rectangle 9013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5" name="Picture 9004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5" name="Picture 9004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5" name="Picture 9004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7" name="Table 9006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5" name="Picture 9004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5" name="Picture 9004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6" name="Picture 9005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4" name="Rounded Rectangle 9013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Oval 9014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Oval 9017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20" name="Rounded Rectangle 9019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1" name="Oval 9020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3" name="TextBox 90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4" name="Rounded Rectangle 9013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Oval 9014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Oval 9017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20" name="Rounded Rectangle 9019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1" name="Oval 9020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3" name="TextBox 90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5" name="Picture 9004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6" name="Picture 9005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