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  <p:sldId id="281" r:id="rId6"/>
    <p:sldId id="282" r:id="rId5"/>
    <p:sldId id="283" r:id="rId4"/>
    <p:sldId id="284" r:id="rId3"/>
    <p:sldId id="285" r:id="rId37"/>
    <p:sldId id="286" r:id="rId38"/>
    <p:sldId id="287" r:id="rId39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29.xml"/><Relationship Id="rId4" Type="http://schemas.openxmlformats.org/officeDocument/2006/relationships/slide" Target="slides/slide28.xml"/><Relationship Id="rId5" Type="http://schemas.openxmlformats.org/officeDocument/2006/relationships/slide" Target="slides/slide27.xml"/><Relationship Id="rId6" Type="http://schemas.openxmlformats.org/officeDocument/2006/relationships/slide" Target="slides/slide26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答辩人：[姓名]　　指导教师：[导师]　　学院：[学院]　　日期：[日期]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6373368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739128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9003" name="Picture 9002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9003" name="Picture 9002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9003" name="Picture 9002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9003" name="Picture 9002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847088"/>
            <a:ext cx="25603" cy="404164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579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1993392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828800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1892807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200399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35808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871215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2935223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24281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4078223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913631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77639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285232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5120640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956048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5020056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4486656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4852416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Oval 9009"/>
          <p:cNvSpPr/>
          <p:nvPr/>
        </p:nvSpPr>
        <p:spPr>
          <a:xfrm>
            <a:off x="8260079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8625839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Oval 9012"/>
          <p:cNvSpPr/>
          <p:nvPr/>
        </p:nvSpPr>
        <p:spPr>
          <a:xfrm>
            <a:off x="713232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992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Oval 9015"/>
          <p:cNvSpPr/>
          <p:nvPr/>
        </p:nvSpPr>
        <p:spPr>
          <a:xfrm>
            <a:off x="4486656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4852416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9018" name="Rounded Rectangle 9017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9" name="Oval 9018"/>
          <p:cNvSpPr/>
          <p:nvPr/>
        </p:nvSpPr>
        <p:spPr>
          <a:xfrm>
            <a:off x="8260079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8625839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实例扩展对比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延迟都降约 99%，但吞吐转化率差 12 倍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3160"/>
                <a:gridCol w="4160520"/>
                <a:gridCol w="4480560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吞吐提升（vs Gödel）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降幅（vs Gödel）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w3 稳态（s3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+21.7% / +5.6%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−15.2% / −33.4%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−49.7% / −14.8%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−18.0% / −0.3%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 / 持平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−22.1% / −3.9%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4718304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s4 队列堆积峰值 9 vs 61（低 85%），过载积压明显更少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规模翻倍后两者都退化：ENO −15.2%、Gödel −2.3%，但 ENO 仍领先 5.6%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s3/s4 均固定 3 实例，本页衡量规模增长，不构成扩展上限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