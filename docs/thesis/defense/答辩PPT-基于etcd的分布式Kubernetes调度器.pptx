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汇报分六段，二十分钟左右，重点在第五、六段的实验。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72184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426464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研究背景与现状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481328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万节点规模下的三个瓶颈、两条技术路线与本文的两个问题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85248" y="1453896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P3–P5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121408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423160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377440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432304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Dispatcher / Scheduler / Binder 三层职责与 Pod 流转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85248" y="2404872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P6–P8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72384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374136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3328416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核心方案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383280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把 Binder 合并进 Scheduler、缓存零拷贝共享；四层容错 + 不变量证明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5248" y="3355848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P9–P12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023360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325112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4279392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实验数据与性能对比分析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334255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144 次 run 的口径与断言；逐场景吞吐与尾延迟、扩展与复杂负载、两场故障注入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5248" y="4306824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P13–P23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974336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5276088"/>
            <a:ext cx="658368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0B2A4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5230368"/>
            <a:ext cx="31546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5285232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66474"/>
                </a:solidFill>
                <a:latin typeface="Arial"/>
                <a:ea typeface="微软雅黑"/>
              </a:rPr>
              <a:t>三条局限（Gang 归因、KWOK 边界、资源开销）与三个延伸方向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85248" y="5257800"/>
            <a:ext cx="107899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1">
                <a:solidFill>
                  <a:srgbClr val="1F5C99"/>
                </a:solidFill>
                <a:latin typeface="Arial"/>
                <a:ea typeface="微软雅黑"/>
              </a:rPr>
              <a:t>P24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925312"/>
            <a:ext cx="10497312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