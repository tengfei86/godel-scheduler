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Scheduler，用四层机制守住“至多绑定一次”。十八分钟，只讲问题、方法、证据。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单点。这三条叠在一起，单实例架构就很难再往上走。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走插件增强。共同缺口在落盘侧。决策侧已相对充分，落盘侧的工程问题还没被系统回答。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原子语义上。两条创新指向同一个目标。不改 API 的前提下，让分布式调度既跑得快、稳定性更高。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apiserver。三层职责清晰，故障面也就容易划清，后面的四层容错正是按这三层分工展开的。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scheduler-name，失败进不可调度队列。注意它不选节点，只决定 Pod 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Dispatcher。Scheduler 决定何时放弃本地重试，Dispatcher 决定何时重新分发，这是双向协作。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进程里。这一刀去掉三段开销：事件传递、跨进程调用、序列化。我把它称为第一性来源。Binder 进进程之后，绑定与决策共享同一份缓存、同一个调度循环。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的校验才有同一个真相可依。零拷贝的收益，会在后面的扩展性实验里直接看到。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校验归属注解，把漂移拦在门外；Bind 中 Layer 1 用同步退避处理暂态错误；失败后 Layer 2 异步回收孤儿状态；重试耗尽 Layer 3 由 Dispatcher 清注解、触发全局重分发。每层依赖一种 etcd 语义。四层之间是衔接关系，不是四个独立补丁。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所有机制最后都回到不变量 I：任一 Pod 至多绑定到一个节点。证明拆四点：P1 来自 Bind 子资源原子写；P2 是 Assumed 状态清理；P3 是注解清理与重分发的时序；P4 是 Layer 0 前置拦截。四层都不破坏 I，且可在 apiserver 侧复核。这也是后面所有实验断言的设计依据。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规格相同，客户端 QPS 与 Burst 都是 10000；每场景三次取中位数，共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这一页是方法学核心。吞吐时序是爬升、平台、归零三段，直接取平均会被尾段零值稀释，稀释程度还取决于跑多久，跨调度器就不可比，所以主口径是总工作量除以总完成时间。时序类先对三条 run 逐点取中位数，再剔首尾各两点。c、d、e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Gödel。Gang 是反的，放到局限里展开。延迟单位是秒，纵轴用对数，便于跨量级比较。改善的下界 0.3% 出现在已经接近饱和的场景。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的串行绑定吸收掉了。延迟数量级下降说明瓶颈不在决策侧，而在绑定这一环的串行化。峰值吞吐两家都涨，但只有 ENO 把增量转化成了有效吞吐。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正确性根基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Bind 原子写是最后防线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resourceVersion 防并发覆盖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四层机制均不破坏 I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负载 w1–w7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w1 100 → w4 2000 pods/s（极限）；w5 突发、w6 Gang、w7 异构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2C/4G；客户端 QPS=Burst=10000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吞吐时序会“归零”，只有“总工作量 ÷ 总完成时间”跨场景可比</a:t>
            </a:r>
          </a:p>
        </p:txBody>
      </p:sp>
      <p:pic>
        <p:nvPicPr>
          <p:cNvPr id="9004" name="Picture 9003" descr="fig6-throughput-s2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493" y="1755647"/>
            <a:ext cx="7357788" cy="301752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4809744"/>
            <a:ext cx="7360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s2/w3 吞吐时序：爬升—平台—归零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8138160" y="1828800"/>
            <a:ext cx="34747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56692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658368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名义工作量 ÷ 完成时间（主口径）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2430780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2522220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过程中的最高瞬时调度速率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4294632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4386071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P90 / P99 延迟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入 activeQ 到 Bind 完成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6158483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6249923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Pod E2E P99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Dispatcher 观察到绑定完成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8022335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8113775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Bind 成功 / Bind 尝试</a:t>
            </a:r>
          </a:p>
        </p:txBody>
      </p:sp>
      <p:sp>
        <p:nvSpPr>
          <p:cNvPr id="9017" name="Rounded Rectangle 9016"/>
          <p:cNvSpPr/>
          <p:nvPr/>
        </p:nvSpPr>
        <p:spPr>
          <a:xfrm>
            <a:off x="988618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9977627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pending_pods 最大值</a:t>
            </a:r>
          </a:p>
        </p:txBody>
      </p:sp>
      <p:sp>
        <p:nvSpPr>
          <p:cNvPr id="9019" name="TextBox 901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不改 API、保留开关、基准开源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