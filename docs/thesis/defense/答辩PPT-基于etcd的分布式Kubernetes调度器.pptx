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汇报分五段，二十分钟左右，重点在第四段的实验数据。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6093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5727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Arial"/>
                <a:ea typeface="微软雅黑"/>
              </a:rPr>
              <a:t>研究背景与国内外研究现状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2340864"/>
            <a:ext cx="9144000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237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24871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3255263"/>
            <a:ext cx="9144000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4381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015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Arial"/>
                <a:ea typeface="微软雅黑"/>
              </a:rPr>
              <a:t>架构总览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169663"/>
            <a:ext cx="9144000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3159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Arial"/>
                <a:ea typeface="微软雅黑"/>
              </a:rPr>
              <a:t>实验数据与性能对比分析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5084064"/>
            <a:ext cx="9144000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2669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52303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5998464"/>
            <a:ext cx="9144000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