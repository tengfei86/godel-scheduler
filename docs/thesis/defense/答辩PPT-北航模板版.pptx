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进程里。这一刀去掉三段开销：事件传递、跨进程调用、序列化。我把它称为第一性来源。Binder 进进程之后，绑定与决策共享同一份缓存、同一个调度循环。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的校验才有同一个真相可依。零拷贝的收益，会在后面的扩展性实验里直接看到。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这一页是方法学核心。吞吐时序是爬升、平台、归零三段，直接取平均会被尾段零值稀释，稀释程度还取决于跑多久，跨调度器就不可比，所以主口径是总工作量除以总完成时间。时序类先对三条 run 逐点取中位数，再剔首尾各两点。c、d、e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4" name="Picture 9003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