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逐时间点取中位数（离散度半 IQR）→ 剔首尾各 2 点（约 30 s）→ 取标量，分位数线性插值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