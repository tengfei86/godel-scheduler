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规格相同，客户端 QPS 与 Burst 都是 10000；每场景三次取中位数，共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