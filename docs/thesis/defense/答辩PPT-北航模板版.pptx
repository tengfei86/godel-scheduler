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汇报分五段，二十分钟左右，重点在第四段的实验数据。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答辩人：高铜　　指导教师：兰雨晴 教授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1005840" y="16093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1874519" y="15727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研究背景与国内外研究现状</a:t>
            </a:r>
          </a:p>
        </p:txBody>
      </p:sp>
      <p:sp>
        <p:nvSpPr>
          <p:cNvPr id="9005" name="Rectangle 9004"/>
          <p:cNvSpPr/>
          <p:nvPr/>
        </p:nvSpPr>
        <p:spPr>
          <a:xfrm>
            <a:off x="1005840" y="23408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1005840" y="25237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874519" y="24871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008" name="Rectangle 9007"/>
          <p:cNvSpPr/>
          <p:nvPr/>
        </p:nvSpPr>
        <p:spPr>
          <a:xfrm>
            <a:off x="1005840" y="3255263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1005840" y="34381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1874519" y="34015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核心方案实现</a:t>
            </a:r>
          </a:p>
        </p:txBody>
      </p:sp>
      <p:sp>
        <p:nvSpPr>
          <p:cNvPr id="9011" name="Rectangle 9010"/>
          <p:cNvSpPr/>
          <p:nvPr/>
        </p:nvSpPr>
        <p:spPr>
          <a:xfrm>
            <a:off x="1005840" y="4169663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1005840" y="43525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874519" y="43159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9014" name="Rectangle 9013"/>
          <p:cNvSpPr/>
          <p:nvPr/>
        </p:nvSpPr>
        <p:spPr>
          <a:xfrm>
            <a:off x="1005840" y="50840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1005840" y="52669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3E6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874519" y="52303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2C2C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17" name="Rectangle 9016"/>
          <p:cNvSpPr/>
          <p:nvPr/>
        </p:nvSpPr>
        <p:spPr>
          <a:xfrm>
            <a:off x="1005840" y="5998464"/>
            <a:ext cx="9144000" cy="731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