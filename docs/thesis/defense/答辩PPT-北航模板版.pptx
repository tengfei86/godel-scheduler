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783080"/>
            <a:ext cx="3517391" cy="1325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19202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1920240"/>
            <a:ext cx="2877312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783080"/>
            <a:ext cx="3517391" cy="1325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19202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1920240"/>
            <a:ext cx="2877312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783080"/>
            <a:ext cx="3517391" cy="1325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19202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1920240"/>
            <a:ext cx="2877312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364991"/>
            <a:ext cx="3517391" cy="1325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50215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502151"/>
            <a:ext cx="2877312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364991"/>
            <a:ext cx="3517391" cy="1325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50215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502151"/>
            <a:ext cx="2877312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364991"/>
            <a:ext cx="3517391" cy="1325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50215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502151"/>
            <a:ext cx="2877312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566928" y="4846320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23" name="TextBox 9022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4" name="TextBox 90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