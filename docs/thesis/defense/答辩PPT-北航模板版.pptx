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08" name="Rectangle 9007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核心方案实现</a:t>
            </a:r>
          </a:p>
        </p:txBody>
      </p:sp>
      <p:sp>
        <p:nvSpPr>
          <p:cNvPr id="9011" name="Rectangle 9010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