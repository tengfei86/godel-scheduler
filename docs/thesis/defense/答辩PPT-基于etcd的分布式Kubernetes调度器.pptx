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三项工作、两个创新，都有可复现实验支撑，且保持了向后兼容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10512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工作 1 · 架构梳理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Dispatcher / Scheduler / Binder 三层与 Pod 完整流转；不依赖自研协调机制，全部建立在三种 etcd 原子语义上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10512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10512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38528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工作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前置校验、L1 同步重试、L2 异步回收、L3 跨实例回退，并给出不变量 I 的证明要点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10512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10512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38528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工作 3 · ENO 优化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合并进 Scheduler 进程，CacheAdapter 零拷贝共享缓存，消除跨进程调用与序列化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11296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511296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Scheduler；吞吐提升来自去掉跨进程绑定链路，不是换调度算法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511296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511296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639312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面向分区归属漂移与实例失活；每层对应一类 etcd 语义，守住至多绑定一次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511296"/>
            <a:ext cx="3517391" cy="144475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511296"/>
            <a:ext cx="50292" cy="144475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639312"/>
            <a:ext cx="324307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主场景读数（s3/w3）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P99 32.57 → 16.22 s（inst1）、0.13 vs 0.15 s（inst3）；有效吞吐 +5.1%~+21.7%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7550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副产出：16 个场景、144 次 run 的原始数据与脚本随本文开源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