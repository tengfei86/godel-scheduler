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14984" y="1719072"/>
            <a:ext cx="100584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4764024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6373368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6739128" y="2011679"/>
            <a:ext cx="4764024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Rectangle 9011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9005" name="Picture 9004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9005" name="Picture 9004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5" name="Picture 9004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5" name="Picture 9004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5" name="Picture 9004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6" name="Picture 9005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5" name="Picture 9004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5" name="Rectangle 9004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TextBox 9006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10" name="Oval 9009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4" name="Oval 9013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TextBox 9016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8" name="Oval 9017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TextBox 9018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20" name="Rounded Rectangle 9019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TextBox 9020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6" name="Picture 9005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5" name="Picture 9004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TextBox 9016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TextBox 9018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Rectangle 9005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TextBox 9006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Rectangle 9013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5" name="Picture 9004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5" name="Picture 9004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5" name="Picture 9004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7" name="Table 9006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5" name="Picture 9004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5" name="Picture 9004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6" name="Picture 9005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Oval 9014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Oval 9017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20" name="Rounded Rectangle 9019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Oval 9020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3" name="TextBox 90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Oval 9014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Oval 9017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20" name="Rounded Rectangle 9019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Oval 9020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3" name="TextBox 90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5" name="Picture 9004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6" name="Picture 9005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