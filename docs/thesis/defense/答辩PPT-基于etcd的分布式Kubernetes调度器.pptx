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汇报分五段，二十分钟左右，重点在第四段的实验数据。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6093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5727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研究背景与国内外研究现状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23408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237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4871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架构总览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32552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381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015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9663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159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实验数据与性能对比分析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50840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266944"/>
            <a:ext cx="7772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B2A4A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230368"/>
            <a:ext cx="8138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5998464"/>
            <a:ext cx="9144000" cy="7315"/>
          </a:xfrm>
          <a:prstGeom prst="rect">
            <a:avLst/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答辩人：高铜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指导教师：兰雨晴 教授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