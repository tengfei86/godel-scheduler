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6B7A8F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万节点规模下，吞吐上限与单点风险同时暴露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业务要求秒级承接海量 Pod，又不能因单点中断；单实例架构在两头受制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3716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1874519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2002536"/>
            <a:ext cx="5129784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6" name="Picture 5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6" name="Picture 5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6" name="Picture 5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A8F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B7A8F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8F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B7A8F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6B7A8F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B7A8F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B7A8F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7432" cy="310896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71016"/>
            <a:ext cx="10972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B7A8F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