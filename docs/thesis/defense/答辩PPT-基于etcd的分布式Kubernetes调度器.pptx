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16 个场景：11 好、1 持平（s2/w2）、3 个 Gang 反向、1 个无数据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