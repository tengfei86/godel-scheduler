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scheduler-name，失败进不可调度队列。注意它不选节点，只决定 Pod 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兜底。这也是后面所有实验断言的设计依据：断言查的就是未绑定与重复绑定两项。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每场景 3 次 run：按相对时间对齐，逐时间点取中位数，得一条中位时序（离散度取半 IQR）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剔除首尾各 2 个采样点（约 30 s 的 warmup / cooldown），再在剩余序列上取标量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P90 / P99 用线性插值计算；c/d/e 单实例过载存在幸存者偏差，只与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