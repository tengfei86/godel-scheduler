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归属校验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Bind 前校验目标节点的 eno.io/scheduler-name 注解，把分区归属漂移的 Pod 拦在门外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分区选择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依据节点分区表与实例负载，决定这个 Pod 交给哪个 Scheduler 实例处理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放入对应实例的调度队列；它不选节点，只决定 Pod 去哪，失败时触发回退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Filter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只在本分区内的节点上过滤，排除资源不足、约束不满足的候选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Score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对候选节点打分排序，选出最优节点作为目标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Reserve / Permit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预留资源并放行，产出目标节点后交给 Binder 落盘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