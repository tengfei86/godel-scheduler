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汇报分五段，二十分钟左右，重点在第四段的实验数据。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6093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5727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研究背景与国内外研究现状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340864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237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24871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3255263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381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015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核心方案实现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169663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3159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实验数据与性能对比分析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5084064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2669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52303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5998464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