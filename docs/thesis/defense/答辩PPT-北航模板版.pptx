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两项创新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进程内 Binder 与 CacheAdapter；四层绑定容错与不变量 I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9" name="TextBox 9028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9030" name="TextBox 9029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9031" name="TextBox 9030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9032" name="Rectangle 9031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3" name="TextBox 903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