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4160520"/>
                <a:gridCol w="44805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有效吞吐（ENO 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尾延迟变化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 / +5.6%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P99 −15.2% / −33.4%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P99 −49.7% / −14.8%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−53.8% / 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E2E −67.6% / 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4718304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