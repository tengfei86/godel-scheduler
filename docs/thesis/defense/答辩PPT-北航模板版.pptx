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5522913" y="0"/>
            <a:ext cx="667385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矩形 3"/>
          <p:cNvSpPr>
            <a:spLocks noChangeArrowheads="1"/>
          </p:cNvSpPr>
          <p:nvPr/>
        </p:nvSpPr>
        <p:spPr bwMode="auto">
          <a:xfrm>
            <a:off x="11582400" y="6381750"/>
            <a:ext cx="492125" cy="396875"/>
          </a:xfrm>
          <a:prstGeom prst="rect">
            <a:avLst/>
          </a:prstGeom>
          <a:solidFill>
            <a:srgbClr val="0F3D68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TextBox 4"/>
          <p:cNvSpPr txBox="1"/>
          <p:nvPr/>
        </p:nvSpPr>
        <p:spPr>
          <a:xfrm>
            <a:off x="11609388" y="6410325"/>
            <a:ext cx="436562" cy="339725"/>
          </a:xfrm>
          <a:prstGeom prst="rect">
            <a:avLst/>
          </a:prstGeom>
          <a:noFill/>
          <a:ln w="9525">
            <a:noFill/>
          </a:ln>
        </p:spPr>
        <p:txBody>
          <a:bodyPr wrap="none" anchor="t">
            <a:spAutoFit/>
          </a:bodyPr>
          <a:lstStyle/>
          <a:p>
            <a:pPr lvl="0" indent="0" algn="ctr"/>
            <a:fld id="{9A0DB2DC-4C9A-4742-B13C-FB6460FD3503}" type="slidenum">
              <a:rPr lang="zh-CN" altLang="en-US" sz="1600" dirty="0">
                <a:solidFill>
                  <a:schemeClr val="accent2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lvl="0" indent="0" algn="ctr"/>
              <a:t>‹#›</a:t>
            </a:fld>
            <a:endParaRPr lang="zh-CN" altLang="en-US" sz="1600" dirty="0">
              <a:solidFill>
                <a:schemeClr val="accent2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  <p:sp>
        <p:nvSpPr>
          <p:cNvPr id="2054" name="矩形 1"/>
          <p:cNvSpPr>
            <a:spLocks noChangeArrowheads="1"/>
          </p:cNvSpPr>
          <p:nvPr/>
        </p:nvSpPr>
        <p:spPr bwMode="auto">
          <a:xfrm>
            <a:off x="0" y="6713538"/>
            <a:ext cx="12196763" cy="144463"/>
          </a:xfrm>
          <a:prstGeom prst="rect">
            <a:avLst/>
          </a:prstGeom>
          <a:solidFill>
            <a:srgbClr val="0F3D6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7F7F7F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198096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7" name="Picture 6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7" name="Picture 6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7" name="Picture 6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7" name="Picture 6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7" name="Picture 6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8" name="Picture 7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7" name="Picture 6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8" name="Picture 7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7" name="Picture 6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7" name="Picture 6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7" name="Picture 6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7" name="Picture 6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7" name="Picture 6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7" name="Picture 6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F7F7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198096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7" name="Picture 6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8" name="Picture 7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