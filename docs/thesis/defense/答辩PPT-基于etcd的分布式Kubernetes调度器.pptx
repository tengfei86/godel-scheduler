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37160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2646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5248" y="139903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66543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03703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5798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128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2185415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52928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990087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44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两项创新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999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进程内 Binder 与 CacheAdapter；四层绑定容错与不变量 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2971799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39311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77647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373075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实验设计与正确性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8561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16 场景 144 次 run 的编码、六项指标口径与不变量断言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375818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P13–P15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25696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62855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451713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性能结果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571999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五组基线、主场景形态、逐场景吞吐与尾延迟、实例与规模扩展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454456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P16–P21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212079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34924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530352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358383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533095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998464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