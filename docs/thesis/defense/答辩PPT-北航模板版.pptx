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7F7F7F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EAEFF4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F7F7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