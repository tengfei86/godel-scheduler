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的串行绑定吸收掉了。延迟数量级下降说明瓶颈不在决策侧，而在绑定这一环的串行化。峰值吞吐两家都涨，但只有 ENO 把增量转化成了有效吞吐。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16 个场景：11 好、1 持平（s2/w2）、3 个 Gang 反向、1 个无数据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