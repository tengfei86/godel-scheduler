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144 次 run 的口径与断言；五组基线、逐场景吞吐与尾延迟、扩展与复杂负载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故障注入与局限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Layer 0 / Layer 3 两场注入，以及三条局限与展望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P22–P24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