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有效吞吐（ENO 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尾延迟变化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→ s4（w3）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+5.6%（296.7 vs 280.9）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E2E −53.8% / 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E2E −67.6%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