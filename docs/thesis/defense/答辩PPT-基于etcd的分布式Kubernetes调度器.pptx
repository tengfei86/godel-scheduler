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g3-1-system-arch.png"/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  <a:ea typeface="Microsoft YaHei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E8833A"/>
                </a:solidFill>
                <a:latin typeface="Arial"/>
                <a:ea typeface="Microsoft YaHei"/>
              </a:rPr>
              <a:t>硕士学位论文答辩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C9D4E2"/>
                </a:solidFill>
                <a:latin typeface="Arial"/>
                <a:ea typeface="Microsoft YaHei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C9D4E2"/>
                </a:solidFill>
                <a:latin typeface="Arial"/>
                <a:ea typeface="Microsoft YaHei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C9D4E2"/>
                </a:solidFill>
                <a:latin typeface="Arial"/>
                <a:ea typeface="Microsoft YaHei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C9D4E2"/>
                </a:solidFill>
                <a:latin typeface="Arial"/>
                <a:ea typeface="Microsoft YaHei"/>
              </a:rPr>
              <a:t>日期：[日期]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8FA3B8"/>
                </a:solidFill>
                <a:latin typeface="Arial"/>
                <a:ea typeface="Microsoft YaHei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万节点规模下，吞吐上限与单点风险同时暴露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业务要求秒级承接海量 Pod，又不能因单点中断；单实例架构在两头受制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生产集群已进入万节点级，规模仍在增长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业务要求秒级承接海量 Pod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长期运行不能因单点失效中断服务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Microsoft YaHei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研究内容与创新点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两个创新：把 Binder 放进 Scheduler 进程；用四层容错守住“至多绑定一次”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Microsoft YaHei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Microsoft YaHei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Microsoft YaHei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Microsoft YaHei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Microsoft YaHei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Microsoft YaHei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Microsoft YaHei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Microsoft YaHei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Microsoft YaHei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Microsoft YaHei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Microsoft YaHei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Microsoft YaHei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Microsoft YaHei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Microsoft YaHei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Microsoft YaHei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Microsoft YaHei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Microsoft YaHei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Microsoft YaHei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Microsoft YaHei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Microsoft YaHei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Microsoft YaHei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Microsoft YaHei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Microsoft YaHei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Microsoft YaHei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Microsoft YaHei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Microsoft YaHei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Microsoft YaHei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Microsoft YaHei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Microsoft YaHei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Microsoft YaHei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Microsoft YaHei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Microsoft YaHei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Microsoft YaHei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Microsoft YaHei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Microsoft YaHei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Microsoft YaHei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Microsoft YaHei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Microsoft YaHei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Microsoft YaHei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Microsoft YaHe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Microsoft YaHei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Microsoft YaHei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Microsoft YaHei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Microsoft YaHei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Microsoft YaHei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Microsoft YaHei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Microsoft YaHei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Microsoft YaHei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Microsoft YaHei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Microsoft YaHei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Microsoft YaHei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Microsoft YaHei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Microsoft YaHei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Microsoft YaHei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Microsoft YaHei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谢谢各位老师，请批评指正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  <a:ea typeface="Microsoft YaHei"/>
              </a:rPr>
              <a:t>谢谢各位老师，请批评指正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E8833A"/>
                </a:solidFill>
                <a:latin typeface="Arial"/>
                <a:ea typeface="Microsoft YaHei"/>
              </a:rPr>
              <a:t>基于 etcd 的分布式 Kubernetes 调度器研究与实现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C9D4E2"/>
                </a:solidFill>
                <a:latin typeface="Arial"/>
                <a:ea typeface="Microsoft YaHei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C9D4E2"/>
                </a:solidFill>
                <a:latin typeface="Arial"/>
                <a:ea typeface="Microsoft YaHei"/>
              </a:rPr>
              <a:t>联系方式：[邮箱]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8FA3B8"/>
                </a:solidFill>
                <a:latin typeface="Arial"/>
                <a:ea typeface="Microsoft YaHei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Microsoft YaHei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Microsoft YaHei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Microsoft YaHei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Microsoft YaHei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Microsoft YaHei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Microsoft YaHei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Microsoft YaHei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Microsoft YaHei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Microsoft YaHei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Microsoft YaHei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Microsoft YaHei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Microsoft YaHei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Microsoft YaHei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Microsoft YaHei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Microsoft YaHei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Microsoft YaHei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Microsoft YaHei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