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9003" name="Table 9002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4" name="TextBox 9003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