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项判据全过：Layer 0 拦截 300 次、全部由 Dispatcher 回退重排；Layer 3 存活实例接管 8407 个 Pod、pending 从 353 回落到 2。所谓正确，不是日志里没报错，而是外部可观测的事实对得上。断言是在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故障注入各 6 项判据全过：L0 拦截 300 次、全部经回退重排；L3 存活实例接管 8407 pods、pending 353 → 2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