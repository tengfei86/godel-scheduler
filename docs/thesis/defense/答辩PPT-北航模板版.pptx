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61（低 85%），过载积压明显更少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规模翻倍后两者都退化：ENO −15.2%、Gödel −2.3%，但 ENO 仍领先 5.6%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均固定 3 实例，本页衡量规模增长，不构成扩展上限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