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9007" name="Rectangle 9006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9012" name="Rectangle 9011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144 次 run 的口径与断言；吞吐、尾延迟、扩展与复杂负载、两场故障注入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P13–P23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36363"/>
                </a:solidFill>
                <a:latin typeface="Arial"/>
                <a:ea typeface="微软雅黑"/>
              </a:rPr>
              <a:t>三条局限（Gang 归因、KWOK 边界、资源开销）与三个延伸方向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0070C0"/>
                </a:solidFill>
                <a:latin typeface="Arial"/>
                <a:ea typeface="微软雅黑"/>
              </a:rPr>
              <a:t>P24</a:t>
            </a:r>
          </a:p>
        </p:txBody>
      </p:sp>
      <p:sp>
        <p:nvSpPr>
          <p:cNvPr id="9027" name="Rectangle 9026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8" name="TextBox 902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