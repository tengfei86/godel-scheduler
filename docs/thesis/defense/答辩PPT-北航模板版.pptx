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核心方案实现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144 次 run 的口径与断言；吞吐、尾延迟、扩展与复杂负载、两场故障注入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P13–P23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三条局限（Gang 归因、KWOK 边界、资源开销）与三个延伸方向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P24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