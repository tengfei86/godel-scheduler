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KWOK 仿真的外推边界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实验全部在 KWOK 下完成，去掉 kubelet、容器运行时、真实网络与磁盘 IO；绝对数值不能外推到生产，只能做跨调度器相对对比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